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Poppins Light" panose="00000400000000000000" pitchFamily="2" charset="77"/>
      <p:regular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Light" panose="02000000000000000000" pitchFamily="2" charset="0"/>
      <p:regular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65"/>
  </p:normalViewPr>
  <p:slideViewPr>
    <p:cSldViewPr snapToGrid="0">
      <p:cViewPr varScale="1">
        <p:scale>
          <a:sx n="160" d="100"/>
          <a:sy n="160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" name="Google Shape;1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65b7e234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65b7e234a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f65b7e234a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65b7e234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65b7e234a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f65b7e234a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496119" y="1858938"/>
            <a:ext cx="4722900" cy="6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3850"/>
              <a:buFont typeface="Poppins Light"/>
              <a:buNone/>
            </a:pPr>
            <a:r>
              <a:rPr lang="en-US" sz="3850" b="0" i="0" u="none" strike="noStrike" cap="non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Aroma Alchemy</a:t>
            </a:r>
            <a:endParaRPr sz="3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626869" y="2856575"/>
            <a:ext cx="5180100" cy="2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lang="en-US" i="1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Wellness in every whiff.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533475" y="2798370"/>
            <a:ext cx="2517900" cy="343200"/>
          </a:xfrm>
          <a:prstGeom prst="roundRect">
            <a:avLst>
              <a:gd name="adj" fmla="val 22119"/>
            </a:avLst>
          </a:prstGeom>
          <a:noFill/>
          <a:ln w="9525" cap="flat" cmpd="sng">
            <a:solidFill>
              <a:srgbClr val="F2F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" name="Google Shape;22;p4" title="ChatGPT Image Aug 5, 2026 at 08_10_2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3925119" y="1318989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750"/>
              <a:buFont typeface="Poppins Light"/>
              <a:buNone/>
            </a:pPr>
            <a:r>
              <a:rPr lang="en-US" sz="2750" b="0" i="0" u="none" strike="noStrike" cap="none" dirty="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What if smelling good didn't have to hurt?</a:t>
            </a:r>
            <a:endParaRPr sz="2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3925119" y="2417564"/>
            <a:ext cx="4722763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lang="en-US" sz="110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Millions avoid traditional perfumes — they trigger asthma, irritate sensitive skin, or spark allergic reactions. But everyone deserves to feel fresh, confident, and calm.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3925119" y="3257476"/>
            <a:ext cx="4722763" cy="566961"/>
          </a:xfrm>
          <a:prstGeom prst="roundRect">
            <a:avLst>
              <a:gd name="adj" fmla="val 10502"/>
            </a:avLst>
          </a:prstGeom>
          <a:solidFill>
            <a:srgbClr val="3D3D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" name="Google Shape;31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6877" y="3458245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/>
          <p:nvPr/>
        </p:nvSpPr>
        <p:spPr>
          <a:xfrm>
            <a:off x="4385816" y="3434655"/>
            <a:ext cx="4577507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Introducing Aroma Alchemy.</a:t>
            </a:r>
            <a:r>
              <a:rPr lang="en-US"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 A new way to experience fragrance.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5" title="ChatGPT Image Aug 5, 2026, 11_20_58 AM.png"/>
          <p:cNvPicPr preferRelativeResize="0"/>
          <p:nvPr/>
        </p:nvPicPr>
        <p:blipFill rotWithShape="1">
          <a:blip r:embed="rId4">
            <a:alphaModFix/>
          </a:blip>
          <a:srcRect l="5003" t="-850" r="-3886" b="850"/>
          <a:stretch/>
        </p:blipFill>
        <p:spPr>
          <a:xfrm>
            <a:off x="0" y="-24924"/>
            <a:ext cx="3385401" cy="516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/>
          <p:nvPr/>
        </p:nvSpPr>
        <p:spPr>
          <a:xfrm>
            <a:off x="496119" y="418654"/>
            <a:ext cx="8151763" cy="429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700"/>
              <a:buFont typeface="Poppins Light"/>
              <a:buNone/>
            </a:pPr>
            <a:r>
              <a:rPr lang="en-US" sz="2700" b="0" i="0" u="none" strike="noStrike" cap="non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Problem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496119" y="1113830"/>
            <a:ext cx="8151763" cy="43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Roboto Light"/>
              <a:buNone/>
            </a:pPr>
            <a:r>
              <a:rPr lang="en-US" sz="10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Perfume isn't made for everyone. For millions, alcohol-based fragrances cause real harm — and instead of enjoying scent, they avoid it altogether. </a:t>
            </a:r>
            <a:r>
              <a:rPr lang="en-US" sz="1250" b="1" i="0" u="none" strike="noStrike" cap="non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32%</a:t>
            </a:r>
            <a:r>
              <a:rPr lang="en-US" sz="10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 of people experience adverse health effects from fragranced product</a:t>
            </a:r>
            <a:r>
              <a:rPr lang="en-US" sz="105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496119" y="1696120"/>
            <a:ext cx="4009355" cy="1339676"/>
          </a:xfrm>
          <a:prstGeom prst="roundRect">
            <a:avLst>
              <a:gd name="adj" fmla="val 4306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638175" y="1838176"/>
            <a:ext cx="411956" cy="411956"/>
          </a:xfrm>
          <a:prstGeom prst="ellipse">
            <a:avLst/>
          </a:prstGeom>
          <a:solidFill>
            <a:srgbClr val="F2F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" name="Google Shape;43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433" y="1951434"/>
            <a:ext cx="185365" cy="18536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/>
          <p:nvPr/>
        </p:nvSpPr>
        <p:spPr>
          <a:xfrm>
            <a:off x="638175" y="2383110"/>
            <a:ext cx="3725242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lang="en-US" sz="1350" b="0" i="0" u="none" strike="noStrike" cap="none" dirty="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Asthma Attacks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638175" y="2677418"/>
            <a:ext cx="3725242" cy="2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Roboto Light"/>
              <a:buNone/>
            </a:pPr>
            <a:r>
              <a:rPr lang="en-US" sz="10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Chemical compounds trigger respiratory distress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4638452" y="1696120"/>
            <a:ext cx="4009430" cy="1339676"/>
          </a:xfrm>
          <a:prstGeom prst="roundRect">
            <a:avLst>
              <a:gd name="adj" fmla="val 4306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4780508" y="1838176"/>
            <a:ext cx="411956" cy="411956"/>
          </a:xfrm>
          <a:prstGeom prst="ellipse">
            <a:avLst/>
          </a:prstGeom>
          <a:solidFill>
            <a:srgbClr val="F2F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" name="Google Shape;48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3766" y="1951434"/>
            <a:ext cx="185365" cy="18536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/>
          <p:nvPr/>
        </p:nvSpPr>
        <p:spPr>
          <a:xfrm>
            <a:off x="4780508" y="2383110"/>
            <a:ext cx="3725317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lang="en-US" sz="13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Skin Irritation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4780508" y="2677418"/>
            <a:ext cx="3725317" cy="2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Roboto Light"/>
              <a:buNone/>
            </a:pPr>
            <a:r>
              <a:rPr lang="en-US" sz="10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Alcohol and synthetic ingredients cause redness and burning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496119" y="3168774"/>
            <a:ext cx="4009355" cy="1555998"/>
          </a:xfrm>
          <a:prstGeom prst="roundRect">
            <a:avLst>
              <a:gd name="adj" fmla="val 3707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638175" y="3310830"/>
            <a:ext cx="411956" cy="411956"/>
          </a:xfrm>
          <a:prstGeom prst="ellipse">
            <a:avLst/>
          </a:prstGeom>
          <a:solidFill>
            <a:srgbClr val="F2F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" name="Google Shape;53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1433" y="3424089"/>
            <a:ext cx="185365" cy="18536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38175" y="3855765"/>
            <a:ext cx="3725242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lang="en-US" sz="13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Allergic Reactions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38175" y="4150072"/>
            <a:ext cx="3725242" cy="2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Roboto Light"/>
              <a:buNone/>
            </a:pPr>
            <a:r>
              <a:rPr lang="en-US" sz="10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Fragrance is among the top contact allergens worldwide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638452" y="3168774"/>
            <a:ext cx="4009430" cy="1555998"/>
          </a:xfrm>
          <a:prstGeom prst="roundRect">
            <a:avLst>
              <a:gd name="adj" fmla="val 3707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4780508" y="3310830"/>
            <a:ext cx="411956" cy="411956"/>
          </a:xfrm>
          <a:prstGeom prst="ellipse">
            <a:avLst/>
          </a:prstGeom>
          <a:solidFill>
            <a:srgbClr val="F2F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93766" y="3424089"/>
            <a:ext cx="185365" cy="18536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4780508" y="3855765"/>
            <a:ext cx="3725317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lang="en-US" sz="13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Stain on clothes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4780508" y="4150072"/>
            <a:ext cx="3725317" cy="43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Roboto Light"/>
              <a:buNone/>
            </a:pPr>
            <a:r>
              <a:rPr lang="en-US" sz="105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Leaves visible marks on fabrics, making clothes harder to clean.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/>
          <p:nvPr/>
        </p:nvSpPr>
        <p:spPr>
          <a:xfrm>
            <a:off x="496119" y="1007715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750"/>
              <a:buFont typeface="Poppins Light"/>
              <a:buNone/>
            </a:pPr>
            <a:r>
              <a:rPr lang="en-US" sz="2750" b="0" i="0" u="none" strike="noStrike" cap="non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There Has to Be a Better Way.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496119" y="2106290"/>
            <a:ext cx="4722763" cy="1643211"/>
          </a:xfrm>
          <a:prstGeom prst="roundRect">
            <a:avLst>
              <a:gd name="adj" fmla="val 3624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500881" y="2111053"/>
            <a:ext cx="4713238" cy="816843"/>
          </a:xfrm>
          <a:custGeom>
            <a:avLst/>
            <a:gdLst/>
            <a:ahLst/>
            <a:cxnLst/>
            <a:rect l="l" t="t" r="r" b="b"/>
            <a:pathLst>
              <a:path w="4713238" h="816843" extrusionOk="0">
                <a:moveTo>
                  <a:pt x="49619" y="0"/>
                </a:moveTo>
                <a:lnTo>
                  <a:pt x="4663619" y="0"/>
                </a:lnTo>
                <a:cubicBezTo>
                  <a:pt x="4676779" y="0"/>
                  <a:pt x="4689400" y="5228"/>
                  <a:pt x="4698705" y="14533"/>
                </a:cubicBezTo>
                <a:cubicBezTo>
                  <a:pt x="4708010" y="23838"/>
                  <a:pt x="4713238" y="36459"/>
                  <a:pt x="4713238" y="49619"/>
                </a:cubicBezTo>
                <a:lnTo>
                  <a:pt x="4713238" y="816843"/>
                </a:lnTo>
                <a:lnTo>
                  <a:pt x="0" y="816843"/>
                </a:lnTo>
                <a:lnTo>
                  <a:pt x="0" y="49619"/>
                </a:lnTo>
                <a:cubicBezTo>
                  <a:pt x="0" y="22215"/>
                  <a:pt x="22215" y="0"/>
                  <a:pt x="49619" y="0"/>
                </a:cubicBezTo>
                <a:close/>
              </a:path>
            </a:pathLst>
          </a:custGeom>
          <a:solidFill>
            <a:srgbClr val="3D3D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642640" y="2252811"/>
            <a:ext cx="4429720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lang="en-US" sz="13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Feeling Comfortable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642640" y="2559323"/>
            <a:ext cx="442972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lang="en-US" sz="110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No irritation. No allergies. No compromise.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500881" y="2927896"/>
            <a:ext cx="4713238" cy="816843"/>
          </a:xfrm>
          <a:custGeom>
            <a:avLst/>
            <a:gdLst/>
            <a:ahLst/>
            <a:cxnLst/>
            <a:rect l="l" t="t" r="r" b="b"/>
            <a:pathLst>
              <a:path w="4713238" h="816843" extrusionOk="0">
                <a:moveTo>
                  <a:pt x="0" y="0"/>
                </a:moveTo>
                <a:lnTo>
                  <a:pt x="4713238" y="0"/>
                </a:lnTo>
                <a:lnTo>
                  <a:pt x="4713238" y="767225"/>
                </a:lnTo>
                <a:cubicBezTo>
                  <a:pt x="4713238" y="794629"/>
                  <a:pt x="4691023" y="816844"/>
                  <a:pt x="4663619" y="816844"/>
                </a:cubicBezTo>
                <a:lnTo>
                  <a:pt x="49619" y="816843"/>
                </a:lnTo>
                <a:cubicBezTo>
                  <a:pt x="22215" y="816843"/>
                  <a:pt x="0" y="794628"/>
                  <a:pt x="0" y="767224"/>
                </a:cubicBezTo>
                <a:lnTo>
                  <a:pt x="0" y="0"/>
                </a:lnTo>
                <a:close/>
              </a:path>
            </a:pathLst>
          </a:custGeom>
          <a:solidFill>
            <a:srgbClr val="3D3D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500881" y="2927896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5656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642640" y="3069654"/>
            <a:ext cx="4429720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Poppins Light"/>
              <a:buNone/>
            </a:pPr>
            <a:r>
              <a:rPr lang="en-US" sz="13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Smelling Beautiful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42640" y="3376166"/>
            <a:ext cx="442972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lang="en-US" sz="110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Confident. Calm. Unforgettable.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496119" y="3908971"/>
            <a:ext cx="51799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lang="en-US" sz="110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That's the gap Aroma Alchemy was created to fill.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7" title="ChatGPT Image Aug 5, 2026 at 04_08_4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3557" y="463000"/>
            <a:ext cx="3163116" cy="4217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8" title="ChatGPT Image Aug 5, 2026 at 08_57_5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34"/>
            <a:ext cx="9144001" cy="5140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/>
          <p:nvPr/>
        </p:nvSpPr>
        <p:spPr>
          <a:xfrm>
            <a:off x="6256361" y="3503531"/>
            <a:ext cx="1190142" cy="22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Poppins Light"/>
              <a:buNone/>
            </a:pPr>
            <a:r>
              <a:rPr lang="en-US" sz="140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Enjoy Aroma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756456" y="3388898"/>
            <a:ext cx="1190143" cy="45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Poppins Light"/>
              <a:buNone/>
            </a:pPr>
            <a:r>
              <a:rPr lang="en-US" sz="140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Diffuses Hours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3264702" y="3388898"/>
            <a:ext cx="1190142" cy="45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Poppins Light"/>
              <a:buNone/>
            </a:pPr>
            <a:r>
              <a:rPr lang="en-US" sz="140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Stone Absorbs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1740341" y="3503531"/>
            <a:ext cx="1190142" cy="22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Poppins Light"/>
              <a:buNone/>
            </a:pPr>
            <a:r>
              <a:rPr lang="en-US" sz="140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Add Drops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9" title="ChatGPT Image Aug 5, 2026, 03_52_11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1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/>
          <p:nvPr/>
        </p:nvSpPr>
        <p:spPr>
          <a:xfrm>
            <a:off x="496119" y="433983"/>
            <a:ext cx="4722763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550"/>
              <a:buFont typeface="Poppins Light"/>
              <a:buNone/>
            </a:pPr>
            <a:r>
              <a:rPr lang="en-US" sz="2550" b="0" i="0" u="none" strike="noStrike" cap="non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Crafted By Nature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496119" y="1023045"/>
            <a:ext cx="4722763" cy="40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lang="en-US" sz="100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Every Aroma Alchemy accessory uses natural lava stones infused with pure essential oils — chosen for their proven calming and restorative properties.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560240"/>
            <a:ext cx="261342" cy="26134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0"/>
          <p:cNvSpPr/>
          <p:nvPr/>
        </p:nvSpPr>
        <p:spPr>
          <a:xfrm>
            <a:off x="496119" y="1972121"/>
            <a:ext cx="4722763" cy="20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Poppins Light"/>
              <a:buNone/>
            </a:pPr>
            <a:r>
              <a:rPr lang="en-US" sz="12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Lavender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496119" y="2248495"/>
            <a:ext cx="4722763" cy="20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lang="en-US" sz="100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Promotes deep relaxation and reduces anxiety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119" y="2690292"/>
            <a:ext cx="261342" cy="26134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0"/>
          <p:cNvSpPr/>
          <p:nvPr/>
        </p:nvSpPr>
        <p:spPr>
          <a:xfrm>
            <a:off x="496119" y="3102173"/>
            <a:ext cx="4722763" cy="20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Poppins Light"/>
              <a:buNone/>
            </a:pPr>
            <a:r>
              <a:rPr lang="en-US" sz="12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Chamomile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496119" y="3378547"/>
            <a:ext cx="4722763" cy="20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lang="en-US" sz="1000" b="0" i="0" u="none" strike="noStrike" cap="none" dirty="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Soothes stress and encourages restful calm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6119" y="3820344"/>
            <a:ext cx="261342" cy="26134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0"/>
          <p:cNvSpPr/>
          <p:nvPr/>
        </p:nvSpPr>
        <p:spPr>
          <a:xfrm>
            <a:off x="496119" y="4232225"/>
            <a:ext cx="4722763" cy="20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Poppins Light"/>
              <a:buNone/>
            </a:pPr>
            <a:r>
              <a:rPr lang="en-US" sz="12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Frankincense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496119" y="4508599"/>
            <a:ext cx="4722763" cy="20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 Light"/>
              <a:buNone/>
            </a:pPr>
            <a:r>
              <a:rPr lang="en-US" sz="100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Grounds the mind and creates a peaceful atmosphere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0" title="ChatGPT Image Aug 5, 2026, 10_15_52 AM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92550" y="50"/>
            <a:ext cx="3751451" cy="5143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/>
          <p:nvPr/>
        </p:nvSpPr>
        <p:spPr>
          <a:xfrm>
            <a:off x="5437670" y="2523958"/>
            <a:ext cx="3989400" cy="1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650"/>
              <a:buFont typeface="Poppins Light"/>
              <a:buNone/>
            </a:pPr>
            <a:r>
              <a:rPr lang="en-US" sz="650" b="0" i="0" u="none" strike="noStrike" cap="non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Luxury Meets Wellness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5471603" y="1868182"/>
            <a:ext cx="3859200" cy="1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650"/>
              <a:buFont typeface="Poppins Light"/>
              <a:buNone/>
            </a:pPr>
            <a:r>
              <a:rPr lang="en-US" sz="6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Aromatherapy Benefits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4628853" y="3179768"/>
            <a:ext cx="3859200" cy="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550"/>
              <a:buFont typeface="Roboto Light"/>
              <a:buNone/>
            </a:pPr>
            <a:r>
              <a:rPr lang="en-US" sz="5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Wellness built in</a:t>
            </a:r>
            <a:endParaRPr sz="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1" title="ChatGPT Image Aug 5, 2026, 10_53_05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/>
          <p:nvPr/>
        </p:nvSpPr>
        <p:spPr>
          <a:xfrm>
            <a:off x="496119" y="401613"/>
            <a:ext cx="8151763" cy="339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100"/>
              <a:buFont typeface="Poppins Light"/>
              <a:buNone/>
            </a:pPr>
            <a:r>
              <a:rPr lang="en-US" sz="2100" b="0" i="0" u="none" strike="noStrike" cap="non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More Than an Accessory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496119" y="906959"/>
            <a:ext cx="8608963" cy="153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Roboto Light"/>
              <a:buNone/>
            </a:pPr>
            <a:r>
              <a:rPr lang="en-US" sz="8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Aroma Alchemy stays with you — a gentle, comforting presence through every moment of your day.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496119" y="1153716"/>
            <a:ext cx="434132" cy="651197"/>
          </a:xfrm>
          <a:prstGeom prst="roundRect">
            <a:avLst>
              <a:gd name="adj" fmla="val 50000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2" name="Google Shape;142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775" y="1397868"/>
            <a:ext cx="162744" cy="162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2"/>
          <p:cNvSpPr/>
          <p:nvPr/>
        </p:nvSpPr>
        <p:spPr>
          <a:xfrm>
            <a:off x="1013296" y="1262211"/>
            <a:ext cx="7634585" cy="16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Poppins Light"/>
              <a:buNone/>
            </a:pPr>
            <a:r>
              <a:rPr lang="en-US" sz="10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Working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/>
          <p:nvPr/>
        </p:nvSpPr>
        <p:spPr>
          <a:xfrm>
            <a:off x="496119" y="1887959"/>
            <a:ext cx="434132" cy="651197"/>
          </a:xfrm>
          <a:prstGeom prst="roundRect">
            <a:avLst>
              <a:gd name="adj" fmla="val 50000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5" name="Google Shape;145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775" y="2132112"/>
            <a:ext cx="162744" cy="162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2"/>
          <p:cNvSpPr/>
          <p:nvPr/>
        </p:nvSpPr>
        <p:spPr>
          <a:xfrm>
            <a:off x="1013296" y="1996455"/>
            <a:ext cx="7634585" cy="16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Poppins Light"/>
              <a:buNone/>
            </a:pPr>
            <a:r>
              <a:rPr lang="en-US" sz="10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Studying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496119" y="2622203"/>
            <a:ext cx="434132" cy="651197"/>
          </a:xfrm>
          <a:prstGeom prst="roundRect">
            <a:avLst>
              <a:gd name="adj" fmla="val 50000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" name="Google Shape;148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775" y="2866355"/>
            <a:ext cx="162744" cy="162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2"/>
          <p:cNvSpPr/>
          <p:nvPr/>
        </p:nvSpPr>
        <p:spPr>
          <a:xfrm>
            <a:off x="1013296" y="2730698"/>
            <a:ext cx="7634585" cy="16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Poppins Light"/>
              <a:buNone/>
            </a:pPr>
            <a:r>
              <a:rPr lang="en-US" sz="10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Traveling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496119" y="3356446"/>
            <a:ext cx="434132" cy="651197"/>
          </a:xfrm>
          <a:prstGeom prst="roundRect">
            <a:avLst>
              <a:gd name="adj" fmla="val 50000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775" y="3600599"/>
            <a:ext cx="162744" cy="162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2"/>
          <p:cNvSpPr/>
          <p:nvPr/>
        </p:nvSpPr>
        <p:spPr>
          <a:xfrm>
            <a:off x="1013296" y="3464942"/>
            <a:ext cx="7634585" cy="16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Poppins Light"/>
              <a:buNone/>
            </a:pPr>
            <a:r>
              <a:rPr lang="en-US" sz="10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Meditating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496119" y="4090690"/>
            <a:ext cx="434132" cy="651197"/>
          </a:xfrm>
          <a:prstGeom prst="roundRect">
            <a:avLst>
              <a:gd name="adj" fmla="val 50000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1775" y="4334842"/>
            <a:ext cx="162744" cy="162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2"/>
          <p:cNvSpPr/>
          <p:nvPr/>
        </p:nvSpPr>
        <p:spPr>
          <a:xfrm>
            <a:off x="1013296" y="4199186"/>
            <a:ext cx="7634585" cy="16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Poppins Light"/>
              <a:buNone/>
            </a:pPr>
            <a:r>
              <a:rPr lang="en-US" sz="10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Relaxing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2" title="ChatGPT Image Aug 5, 2026, 10_59_08 A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/>
          <p:nvPr/>
        </p:nvSpPr>
        <p:spPr>
          <a:xfrm>
            <a:off x="496119" y="403771"/>
            <a:ext cx="4722763" cy="43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700"/>
              <a:buFont typeface="Poppins Light"/>
              <a:buNone/>
            </a:pPr>
            <a:r>
              <a:rPr lang="en-US" sz="2700" b="0" i="0" u="none" strike="noStrike" cap="non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Real Stories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496119" y="1045890"/>
            <a:ext cx="2292697" cy="1646411"/>
          </a:xfrm>
          <a:prstGeom prst="roundRect">
            <a:avLst>
              <a:gd name="adj" fmla="val 3560"/>
            </a:avLst>
          </a:prstGeom>
          <a:solidFill>
            <a:srgbClr val="050505"/>
          </a:solidFill>
          <a:ln w="19050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453" y="981224"/>
            <a:ext cx="167432" cy="16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86050" y="2589535"/>
            <a:ext cx="167432" cy="167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3"/>
          <p:cNvSpPr/>
          <p:nvPr/>
        </p:nvSpPr>
        <p:spPr>
          <a:xfrm>
            <a:off x="724495" y="1274266"/>
            <a:ext cx="1835944" cy="1189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Roboto Light"/>
              <a:buNone/>
            </a:pPr>
            <a:r>
              <a:rPr lang="en-US" sz="105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I've always avoided perfume because of my eczema. Aroma Alchemy finally gave me a way to wear my favorite scents without direct skin contact.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60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Roboto"/>
              <a:buNone/>
            </a:pPr>
            <a:r>
              <a:rPr lang="en-US" sz="1050" b="1" i="0" u="none" strike="noStrike" cap="non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— </a:t>
            </a:r>
            <a:r>
              <a:rPr lang="en-US" sz="1050" b="1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Eiliyah Afroz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2926184" y="1045890"/>
            <a:ext cx="2292697" cy="1646411"/>
          </a:xfrm>
          <a:prstGeom prst="roundRect">
            <a:avLst>
              <a:gd name="adj" fmla="val 3560"/>
            </a:avLst>
          </a:prstGeom>
          <a:solidFill>
            <a:srgbClr val="050505"/>
          </a:solidFill>
          <a:ln w="19050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8" name="Google Shape;168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1518" y="981224"/>
            <a:ext cx="167432" cy="16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6116" y="2589535"/>
            <a:ext cx="167432" cy="167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3"/>
          <p:cNvSpPr/>
          <p:nvPr/>
        </p:nvSpPr>
        <p:spPr>
          <a:xfrm>
            <a:off x="3154561" y="1274266"/>
            <a:ext cx="1835944" cy="1189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Roboto Light"/>
              <a:buNone/>
            </a:pPr>
            <a:r>
              <a:rPr lang="en-US" sz="10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"My asthma made perfumes impossible. This is the first fragrance product I can comfortably wear."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60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Roboto"/>
              <a:buNone/>
            </a:pPr>
            <a:r>
              <a:rPr lang="en-US" sz="1050" b="1" i="0" u="none" strike="noStrike" cap="non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— Office Professional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496119" y="2829669"/>
            <a:ext cx="4722763" cy="982042"/>
          </a:xfrm>
          <a:prstGeom prst="roundRect">
            <a:avLst>
              <a:gd name="adj" fmla="val 5968"/>
            </a:avLst>
          </a:prstGeom>
          <a:solidFill>
            <a:srgbClr val="050505"/>
          </a:solidFill>
          <a:ln w="19050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453" y="2765003"/>
            <a:ext cx="167432" cy="16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6116" y="3708946"/>
            <a:ext cx="167432" cy="167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3"/>
          <p:cNvSpPr/>
          <p:nvPr/>
        </p:nvSpPr>
        <p:spPr>
          <a:xfrm>
            <a:off x="724495" y="3058046"/>
            <a:ext cx="4266009" cy="525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Roboto Light"/>
              <a:buNone/>
            </a:pPr>
            <a:r>
              <a:rPr lang="en-US" sz="10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"Stylish, calming, and practical."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60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Roboto"/>
              <a:buNone/>
            </a:pPr>
            <a:r>
              <a:rPr lang="en-US" sz="1050" b="1" i="0" u="none" strike="noStrike" cap="non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★★★★★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496119" y="3966195"/>
            <a:ext cx="4722763" cy="773534"/>
          </a:xfrm>
          <a:prstGeom prst="roundRect">
            <a:avLst>
              <a:gd name="adj" fmla="val 7577"/>
            </a:avLst>
          </a:prstGeom>
          <a:solidFill>
            <a:srgbClr val="3D3D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6" name="Google Shape;176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645" y="4166071"/>
            <a:ext cx="174427" cy="13952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3"/>
          <p:cNvSpPr/>
          <p:nvPr/>
        </p:nvSpPr>
        <p:spPr>
          <a:xfrm>
            <a:off x="949598" y="4138389"/>
            <a:ext cx="4129757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Aroma Alchemy</a:t>
            </a:r>
            <a:r>
              <a:rPr lang="en-US" sz="105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 — Wearable wellness for the modern life. </a:t>
            </a:r>
            <a:r>
              <a:rPr lang="en-US" sz="1050" b="0" i="1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Luxury without compromise.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3" title="ChatGPT Image Aug 5, 2026 at 07_49_39 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35948" y="152400"/>
            <a:ext cx="3555651" cy="474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4" title="ChatGPT Image Aug 5, 2026, 04_00_0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5" title="ChatGPT Image Aug 5, 2026 at 08_22_4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355</Words>
  <Application>Microsoft Macintosh PowerPoint</Application>
  <PresentationFormat>On-screen Show (16:9)</PresentationFormat>
  <Paragraphs>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Roboto</vt:lpstr>
      <vt:lpstr>Poppins Light</vt:lpstr>
      <vt:lpstr>Arial</vt:lpstr>
      <vt:lpstr>Calibri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Junayed Nafis</cp:lastModifiedBy>
  <cp:revision>2</cp:revision>
  <dcterms:modified xsi:type="dcterms:W3CDTF">2026-08-08T10:27:51Z</dcterms:modified>
</cp:coreProperties>
</file>